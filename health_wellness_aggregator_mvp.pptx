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Personal Health &amp; Wellness Aggregator MVP</a:t>
            </a:r>
          </a:p>
        </p:txBody>
      </p:sp>
      <p:sp>
        <p:nvSpPr>
          <p:cNvPr id="9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742950" indent="-285750">
              <a:spcBef>
                <a:spcPts val="600"/>
              </a:spcBef>
              <a:defRPr sz="2800"/>
            </a:pPr>
            <a:r>
              <a:t>Unified health data for actionable insights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&amp; Audience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742950" indent="-285750">
              <a:spcBef>
                <a:spcPts val="600"/>
              </a:spcBef>
              <a:defRPr sz="2800"/>
            </a:pPr>
            <a:r>
              <a:t>Fragmented health data across wearables, nutrition apps, scales, BP monitors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Hard to see interactions between sleep, diet, exercise, recovery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Target audience: fitness enthusiasts, health-conscious individuals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Core Solution &amp; MVP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defRPr sz="2944"/>
            </a:pPr>
          </a:p>
          <a:p>
            <a:pPr lvl="1" marL="683513" indent="-262890" defTabSz="420623">
              <a:spcBef>
                <a:spcPts val="600"/>
              </a:spcBef>
              <a:defRPr sz="2576"/>
            </a:pPr>
            <a:r>
              <a:t>Dashboard: </a:t>
            </a:r>
          </a:p>
          <a:p>
            <a:pPr lvl="2" marL="1104138" indent="-262890" defTabSz="420623">
              <a:spcBef>
                <a:spcPts val="600"/>
              </a:spcBef>
              <a:buChar char="–"/>
              <a:defRPr sz="2576"/>
            </a:pPr>
            <a:r>
              <a:t>score card, category breakdown, trend highlights, suggestion panel</a:t>
            </a:r>
          </a:p>
          <a:p>
            <a:pPr lvl="1" marL="683513" indent="-262890" defTabSz="420623">
              <a:spcBef>
                <a:spcPts val="600"/>
              </a:spcBef>
              <a:defRPr sz="2576"/>
            </a:pPr>
            <a:r>
              <a:t>Components:</a:t>
            </a:r>
          </a:p>
          <a:p>
            <a:pPr lvl="2" marL="1104138" indent="-262890" defTabSz="420623">
              <a:spcBef>
                <a:spcPts val="600"/>
              </a:spcBef>
              <a:buChar char="–"/>
              <a:defRPr sz="2576"/>
            </a:pPr>
            <a:r>
              <a:t>Weekly wellness score normalized over past 28 days</a:t>
            </a:r>
          </a:p>
          <a:p>
            <a:pPr lvl="2" marL="1104138" indent="-262890" defTabSz="420623">
              <a:spcBef>
                <a:spcPts val="600"/>
              </a:spcBef>
              <a:buChar char="–"/>
              <a:defRPr sz="2576"/>
            </a:pPr>
            <a:r>
              <a:t>Notable trends via anomaly detection (current week vs past month)</a:t>
            </a:r>
          </a:p>
          <a:p>
            <a:pPr lvl="2" marL="1104138" indent="-262890" defTabSz="420623">
              <a:spcBef>
                <a:spcPts val="600"/>
              </a:spcBef>
              <a:buChar char="–"/>
              <a:defRPr sz="2576"/>
            </a:pPr>
            <a:r>
              <a:t>AI suggestions: action-focused, non-medical guidance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 Stack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742950" indent="-285750">
              <a:spcBef>
                <a:spcPts val="600"/>
              </a:spcBef>
              <a:defRPr sz="2800"/>
            </a:pPr>
            <a:r>
              <a:t>Backend: Python, FastAPI, Pandas/Numpy, Uvicorn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Data: 28-day mock CSV (data/mock_health_metrics.csv)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Frontend: React (Vite), SWR, custom CSS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Learnings &amp; Challenges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742950" indent="-285750">
              <a:spcBef>
                <a:spcPts val="600"/>
              </a:spcBef>
              <a:defRPr sz="2800"/>
            </a:pPr>
            <a:r>
              <a:t>Normalization guardrails to keep scores stable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Simple z-score anomalies require enough history (≥14 days)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LLM guidance must stay non-medical; deterministic fallback required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Hackathon tradeoffs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Future Enhancements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742950" indent="-285750">
              <a:spcBef>
                <a:spcPts val="600"/>
              </a:spcBef>
              <a:defRPr sz="2800"/>
            </a:pPr>
            <a:r>
              <a:t>Compare previous weeks; richer history navigation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Progress photos tied to stats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Explore raw data interactions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AI weekly summaries and narratives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Goal-based workout/diet plan generation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